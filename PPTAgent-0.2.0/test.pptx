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9" d="100"/>
          <a:sy n="149" d="100"/>
        </p:scale>
        <p:origin x="204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65F729-9311-4004-99DD-A914FFC5328D}"/>
              </a:ext>
            </a:extLst>
          </p:cNvPr>
          <p:cNvSpPr txBox="1"/>
          <p:nvPr/>
        </p:nvSpPr>
        <p:spPr>
          <a:xfrm>
            <a:off x="1032696" y="966826"/>
            <a:ext cx="75038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南京，作为中国四大古都之一，素有“六朝古都”“博爱之都”的美誉，是一座融合深厚历史文化与秀丽自然风光的城市。市内名胜众多，既有历史遗迹，也有山水园林，是旅游观光的绝佳目的地。</a:t>
            </a:r>
          </a:p>
          <a:p>
            <a:endParaRPr lang="zh-CN" altLang="en-US" sz="1200" dirty="0"/>
          </a:p>
          <a:p>
            <a:r>
              <a:rPr lang="zh-CN" altLang="en-US" sz="1200" dirty="0"/>
              <a:t>**夫子庙—秦淮风光带** 是南京最具代表性的文化地标之一，集古建筑、传统市井文化和秦淮河夜景于一体，夜晚灯火璀璨，游船穿梭，充满江南韵味。</a:t>
            </a:r>
          </a:p>
          <a:p>
            <a:endParaRPr lang="zh-CN" altLang="en-US" sz="1200" dirty="0"/>
          </a:p>
          <a:p>
            <a:r>
              <a:rPr lang="zh-CN" altLang="en-US" sz="1200" dirty="0"/>
              <a:t>**钟山风景名胜区** 汇聚了中山陵、明孝陵、灵谷寺等重要景点。其中，中山陵庄严肃穆，是纪念孙中山先生的重要场所；明孝陵则是明朝开国皇帝朱元璋的陵墓，已被列入世界文化遗产。</a:t>
            </a:r>
          </a:p>
          <a:p>
            <a:endParaRPr lang="zh-CN" altLang="en-US" sz="1200" dirty="0"/>
          </a:p>
          <a:p>
            <a:r>
              <a:rPr lang="zh-CN" altLang="en-US" sz="1200" dirty="0"/>
              <a:t>**玄武湖** 位于市中心，是江南地区最大的城内公园之一，湖光山色、四季皆美，尤以春季樱花和秋季银杏最为著名。</a:t>
            </a:r>
          </a:p>
          <a:p>
            <a:endParaRPr lang="zh-CN" altLang="en-US" sz="1200" dirty="0"/>
          </a:p>
          <a:p>
            <a:r>
              <a:rPr lang="zh-CN" altLang="en-US" sz="1200" dirty="0"/>
              <a:t>**牛首山文化旅游区** 以佛教文化为主题，拥有恢弘的佛顶宫与佛顶塔，是近年来备受游客青睐的新兴景点。</a:t>
            </a:r>
          </a:p>
          <a:p>
            <a:endParaRPr lang="zh-CN" altLang="en-US" sz="1200" dirty="0"/>
          </a:p>
          <a:p>
            <a:r>
              <a:rPr lang="zh-CN" altLang="en-US" sz="1200" dirty="0"/>
              <a:t>此外，**南京博物院** 馆藏丰富，是中国三大博物馆之一，全面展示了江苏乃至中华文明的发展历程；而**侵华日军南京大屠杀遇难同胞纪念馆** 则以沉痛的历史记忆提醒世人珍爱和平，是极具教育意义的重要场所。</a:t>
            </a:r>
          </a:p>
          <a:p>
            <a:endParaRPr lang="zh-CN" altLang="en-US" sz="1200" dirty="0"/>
          </a:p>
          <a:p>
            <a:r>
              <a:rPr lang="zh-CN" altLang="en-US" sz="1200" dirty="0"/>
              <a:t>无论你是历史爱好者、自然风光追寻者，还是文化探索者，南京都能为你提供一段难忘的旅程。</a:t>
            </a:r>
          </a:p>
        </p:txBody>
      </p:sp>
    </p:spTree>
    <p:extLst>
      <p:ext uri="{BB962C8B-B14F-4D97-AF65-F5344CB8AC3E}">
        <p14:creationId xmlns:p14="http://schemas.microsoft.com/office/powerpoint/2010/main" val="2092887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291</Words>
  <Application>Microsoft Office PowerPoint</Application>
  <PresentationFormat>全屏显示(4:3)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我爱深圳</dc:title>
  <dc:subject/>
  <dc:creator/>
  <cp:keywords/>
  <dc:description>generated using python-pptx</dc:description>
  <cp:lastModifiedBy>少杰 王</cp:lastModifiedBy>
  <cp:revision>20</cp:revision>
  <dcterms:created xsi:type="dcterms:W3CDTF">2013-01-27T09:14:16Z</dcterms:created>
  <dcterms:modified xsi:type="dcterms:W3CDTF">2025-11-22T17:43:00Z</dcterms:modified>
  <cp:category/>
</cp:coreProperties>
</file>