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6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6EC7AA1-0A98-469E-A944-EF73F21C4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187" y="1128712"/>
            <a:ext cx="2957623" cy="794895"/>
          </a:xfrm>
        </p:spPr>
        <p:txBody>
          <a:bodyPr/>
          <a:lstStyle/>
          <a:p>
            <a:r>
              <a:rPr lang="zh-CN" altLang="en-US" dirty="0"/>
              <a:t>你好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995E0B7A-E79D-43CF-8D70-10EF92352168}"/>
              </a:ext>
            </a:extLst>
          </p:cNvPr>
          <p:cNvSpPr txBox="1">
            <a:spLocks/>
          </p:cNvSpPr>
          <p:nvPr/>
        </p:nvSpPr>
        <p:spPr>
          <a:xfrm>
            <a:off x="4753787" y="1192212"/>
            <a:ext cx="2957623" cy="7948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你好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01696A-E9FD-40C5-96E1-8F55A0F49AC1}"/>
              </a:ext>
            </a:extLst>
          </p:cNvPr>
          <p:cNvSpPr/>
          <p:nvPr/>
        </p:nvSpPr>
        <p:spPr>
          <a:xfrm>
            <a:off x="1181100" y="3943350"/>
            <a:ext cx="1993900" cy="1168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你好</a:t>
            </a:r>
            <a:r>
              <a:rPr lang="en-US" altLang="zh-CN" dirty="0"/>
              <a:t>3</a:t>
            </a:r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FC88B60-F846-4D93-AB86-C04B25EED18F}"/>
              </a:ext>
            </a:extLst>
          </p:cNvPr>
          <p:cNvGrpSpPr/>
          <p:nvPr/>
        </p:nvGrpSpPr>
        <p:grpSpPr>
          <a:xfrm>
            <a:off x="5200354" y="3498644"/>
            <a:ext cx="2957623" cy="1943306"/>
            <a:chOff x="5200354" y="3498644"/>
            <a:chExt cx="2957623" cy="1943306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7610C02-EA9F-4B79-90C2-0BEE4FEA0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76850" y="3498644"/>
              <a:ext cx="2574822" cy="1943306"/>
            </a:xfrm>
            <a:prstGeom prst="rect">
              <a:avLst/>
            </a:prstGeom>
          </p:spPr>
        </p:pic>
        <p:sp>
          <p:nvSpPr>
            <p:cNvPr id="8" name="标题 4">
              <a:extLst>
                <a:ext uri="{FF2B5EF4-FFF2-40B4-BE49-F238E27FC236}">
                  <a16:creationId xmlns:a16="http://schemas.microsoft.com/office/drawing/2014/main" id="{6BD94B41-1DED-4E8C-8535-50BFFAE12F86}"/>
                </a:ext>
              </a:extLst>
            </p:cNvPr>
            <p:cNvSpPr txBox="1">
              <a:spLocks/>
            </p:cNvSpPr>
            <p:nvPr/>
          </p:nvSpPr>
          <p:spPr>
            <a:xfrm>
              <a:off x="5200354" y="4647055"/>
              <a:ext cx="2957623" cy="79489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dirty="0"/>
                <a:t>torch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你好1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你好1</dc:title>
  <dc:subject/>
  <dc:creator/>
  <cp:keywords/>
  <dc:description>generated using python-pptx</dc:description>
  <cp:lastModifiedBy>少杰 王</cp:lastModifiedBy>
  <cp:revision>8</cp:revision>
  <dcterms:created xsi:type="dcterms:W3CDTF">2013-01-27T09:14:16Z</dcterms:created>
  <dcterms:modified xsi:type="dcterms:W3CDTF">2025-11-17T07:16:13Z</dcterms:modified>
  <cp:category/>
</cp:coreProperties>
</file>